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2926080" cy="292608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77724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77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TITO AI PH</a:t>
            </a:r>
            <a:endParaRPr lang="en-US" sz="880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5120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16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Para Sa Everyday Filipino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3493008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93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⭐ Star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3493008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3493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🦴 Backbone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3493008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3493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🛠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605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010101"/>
          </a:solidFill>
          <a:ln w="12700">
            <a:solidFill>
              <a:srgbClr val="01010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  @tito.aiph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41605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IG  @tito.aiph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41605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FB  Tito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7365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de las Armas  ·  Household Dad · Digital Marketing · AI Automation  ·  2025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SINO SI TITO AI?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09728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Dad · Digital Marketing · AI Automation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2004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Household 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role — full 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2004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42032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334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Marketing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 content strategy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12464"/>
            <a:ext cx="32004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712464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0390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Automation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" y="4279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Gemini · Google tools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1371600"/>
            <a:ext cx="475488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1371600"/>
            <a:ext cx="64008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4114800" y="187452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dad ako. Walang coding background. Walang tech degree.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Natutunan ko ang digital marketing at AI automation — trial and error lang, gabi-gabi habang tulog ang pamilya.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Kung kaya ko — kaya mo rin.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44074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Joseph, Tito AI PH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@tito.aiph  ·  IG @tito.aiph  ·  FB Tito AI  ·  San Jose, CA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ANG AMING TOOL STACK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73736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tools. One clear role each. All free to start.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0" y="1325880"/>
            <a:ext cx="457200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0" y="1325880"/>
            <a:ext cx="4572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481328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481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 THE STAR  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88366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377440" y="26151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 ·  by Anthropic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907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· Strategy · Explaining · Drafting · Answering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325526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main character of every video. If there is one tool to learn — ito na."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1874520" cy="239572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08760"/>
            <a:ext cx="1874520" cy="5029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609344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6093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BACKBONE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195681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28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84048" y="252374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Search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279806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" y="307238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Drive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" y="334670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Gmail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362102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YouTube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95160" y="1508760"/>
            <a:ext cx="1874520" cy="239572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95160" y="1508760"/>
            <a:ext cx="187452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04888" y="1609344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4888" y="16093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40880" y="195681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104888" y="252374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Voice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04888" y="279806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Image read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04888" y="307238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Quick Q&amp;A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04888" y="334670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Mobile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04888" y="362102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Free tier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2245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provides platform infrastructure  ·  Gemini handles quick mobile-first tasks  ·  Claude does the heavy lifting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286000" cy="2286000"/>
          </a:xfrm>
          <a:prstGeom prst="ellipse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IDENTITY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73736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· Colors · Typeface · Handle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321040" cy="1965960"/>
          </a:xfrm>
          <a:prstGeom prst="rect">
            <a:avLst/>
          </a:prstGeom>
          <a:solidFill>
            <a:srgbClr val="0D152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89888"/>
            <a:ext cx="6949440" cy="1783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3401568"/>
            <a:ext cx="1261872" cy="530352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977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Navy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1480" y="42245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#0A0F1E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810512" y="3401568"/>
            <a:ext cx="1261872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10512" y="3977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Gold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810512" y="42245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#D4A843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09544" y="3401568"/>
            <a:ext cx="126187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9544" y="3977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209544" y="42245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#0D9488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08576" y="3401568"/>
            <a:ext cx="1261872" cy="530352"/>
          </a:xfrm>
          <a:prstGeom prst="rect">
            <a:avLst/>
          </a:prstGeom>
          <a:solidFill>
            <a:srgbClr val="4285F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08576" y="3977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Blue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608576" y="42245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#4285F4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07608" y="3401568"/>
            <a:ext cx="1261872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07608" y="3977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Violet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007608" y="42245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#8B5CF6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406640" y="3401568"/>
            <a:ext cx="12618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06640" y="3977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White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406640" y="42245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11480" y="45720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Typeface: Arial Black (headers) · Calibri (body)  ·  Handles: TikTok @tito.aiph · IG @tito.aiph · FB Tito AI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 VARIANTS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37160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version for the right platform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743200" cy="3291840"/>
          </a:xfrm>
          <a:prstGeom prst="rect">
            <a:avLst/>
          </a:prstGeom>
          <a:solidFill>
            <a:srgbClr val="0D152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103120" cy="2103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7307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ICON / AVATAR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0233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pics · App icons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Stickers · Watermarks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298448"/>
            <a:ext cx="5486400" cy="3291840"/>
          </a:xfrm>
          <a:prstGeom prst="rect">
            <a:avLst/>
          </a:prstGeom>
          <a:solidFill>
            <a:srgbClr val="0D152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755648"/>
            <a:ext cx="5212080" cy="1508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37307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HORIZONTAL / FULL LOGO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291840" y="402336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· Banners · Channel art · Thumbnails · Signatures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Always on dark backgrounds  ·  ✓  Min 80px  ·  ✗  Do not stretch or recolor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731520"/>
            <a:ext cx="5029200" cy="50292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MASCOT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64592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 — ang mukha ng channel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256032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17520" y="1234440"/>
            <a:ext cx="57607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017520" y="1234440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1298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robot body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152704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 + authority. Matches brand gold exactly.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17520" y="1920240"/>
            <a:ext cx="57607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17520" y="1920240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1984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Mustache + glasses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00400" y="221284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Tito energy. Instantly recognizable Filipino.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017520" y="2606040"/>
            <a:ext cx="57607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017520" y="2606040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0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Barong-collar detail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00400" y="289864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Filipino identity literally sewn into the design.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017520" y="3291840"/>
            <a:ext cx="57607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017520" y="3291840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0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badge on chest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00400" y="358444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the job. Always helpful. Always Claude.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017520" y="3977640"/>
            <a:ext cx="57607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017520" y="3977640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Phone in hand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200400" y="427024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uses AI on mobile — just like his audience.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65760" y="49560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Tito  ·  Fanbase: PAMANGKIN  ·  5 expressions  ·  @tito.aiph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EXPRESSIONS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37160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 reacts to everything — Stories, Stickers &amp; Reels intros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61872"/>
            <a:ext cx="1572768" cy="2359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703320"/>
            <a:ext cx="1664208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70332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05993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chill Tito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261872"/>
            <a:ext cx="1572768" cy="23591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011680" y="3703320"/>
            <a:ext cx="1664208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011680" y="370332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HAPPY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011680" y="405993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output is fire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261872"/>
            <a:ext cx="1572768" cy="235915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749040" y="3703320"/>
            <a:ext cx="1664208" cy="320040"/>
          </a:xfrm>
          <a:prstGeom prst="roundRect">
            <a:avLst>
              <a:gd name="adj" fmla="val 2285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749040" y="370332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THINKING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749040" y="405993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Hmm, magtanong tayo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261872"/>
            <a:ext cx="1572768" cy="235915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486400" y="3703320"/>
            <a:ext cx="1664208" cy="320040"/>
          </a:xfrm>
          <a:prstGeom prst="roundRect">
            <a:avLst>
              <a:gd name="adj" fmla="val 22857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486400" y="370332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TEACHING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0" y="405993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mode</a:t>
            </a:r>
            <a:endParaRPr lang="en-US" sz="9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261872"/>
            <a:ext cx="1572768" cy="235915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223760" y="3703320"/>
            <a:ext cx="1664208" cy="320040"/>
          </a:xfrm>
          <a:prstGeom prst="roundRect">
            <a:avLst>
              <a:gd name="adj" fmla="val 2285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223760" y="370332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EXCITED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223760" y="405993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pa pala!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PAMANGKIN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144000" cy="5029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pangalan ng ating fanbase — at kung bakit ito ang tamang salita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1389888"/>
          </a:xfrm>
          <a:prstGeom prst="rect">
            <a:avLst/>
          </a:prstGeom>
          <a:solidFill>
            <a:srgbClr val="0D1A2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98448"/>
            <a:ext cx="91440" cy="1389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89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PAMANGKIN?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is Tito AI — so the fans are naturally the Pamangkin. The relationship already exists in the name. ARMY follows BTS. Blinks follow BLACKPINK. Pamangkin follow Tito AI.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816352"/>
            <a:ext cx="265176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816352"/>
            <a:ext cx="26517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71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🗣️ Every video opens with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552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"Kumusta, mga Pamangkin!"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2816352"/>
            <a:ext cx="265176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816352"/>
            <a:ext cx="265176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871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✋ Every video closes with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2552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"Ingat lagi, mga Pamangkin."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2816352"/>
            <a:ext cx="265176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2816352"/>
            <a:ext cx="265176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871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📌 Group name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2552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"Mga Pamangkin ng Tito AI"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1879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#MgaPamangkin  ·  #PamangkinNation  ·  #TitoAIPH  ·  #AIParaSaAtin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STRATEGY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64592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show up — same brand, each platform's own handle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61488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761488" cy="640080"/>
          </a:xfrm>
          <a:prstGeom prst="rect">
            <a:avLst/>
          </a:prstGeom>
          <a:solidFill>
            <a:srgbClr val="010101"/>
          </a:solidFill>
          <a:ln w="12700">
            <a:solidFill>
              <a:srgbClr val="0101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 TIKTOK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@tito.aiph  ·  Primary Growth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99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4–5x / week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414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Short 60–90 sec demos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88950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Hook-first Taglish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36499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'Ganito ko ginawa…' style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840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Viral reach to new audience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73552" y="1325880"/>
            <a:ext cx="2761488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3552" y="1325880"/>
            <a:ext cx="2761488" cy="640080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📸  INSTAGRAM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64992" y="1691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@tito.aiph  ·  Credibility &amp; Aesthetics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64992" y="2029968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20299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 / week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414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Carousel tips &amp; guides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88950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Reels from TikTok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36499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Behind-the-scenes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840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Brand polish &amp; trust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81344" y="1325880"/>
            <a:ext cx="2761488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1325880"/>
            <a:ext cx="2761488" cy="640080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📘  FACEBOOK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72784" y="1691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 AI  ·  Community &amp; Trust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72784" y="2029968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20299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91072" y="2414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Page + Group combo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91072" y="288950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Tanong Tayo live Q&amp;As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91072" y="336499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Repurposed TikToks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91072" y="3840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Where Pamangkin gather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PILLARS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37160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content types — each powered by a specific tool, always shown live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83210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73152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3560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43000" y="1499616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1A274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49961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4173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Tutorial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17190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"Paano gumamit ng Claude para mag-draft ng email sa Tagalog"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06640" y="149047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4904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057400"/>
            <a:ext cx="83210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057400"/>
            <a:ext cx="73152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6712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143000" y="2231136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1A274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223113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2148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Relatable Story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0" y="24505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"Ito ang ginawa ko gamit lang ang Claude — household dad, walang degree"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06640" y="222199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2219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788920"/>
            <a:ext cx="83210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788920"/>
            <a:ext cx="73152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89864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143000" y="2962656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1A274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296265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28800" y="28803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Small Biz Tip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828800" y="318211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"Business plan ng sari-sari store — ginawa ko sa Claude in 5 minutes"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06640" y="29535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2953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3520440"/>
            <a:ext cx="83210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520440"/>
            <a:ext cx="73152" cy="65836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63016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143000" y="3694176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1A2740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369417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8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THU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828800" y="3611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Workflow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828800" y="39136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"Claude + Google Docs combo — para sa mga gusto ng digital marketing"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06640" y="368503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36850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" y="4251960"/>
            <a:ext cx="83210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11480" y="4251960"/>
            <a:ext cx="7315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36168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143000" y="4425696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1A27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4425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828800" y="43434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On-the-Go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828800" y="46451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"Gamitin ang Gemini sa telepono — kahit walang laptop, kaya mo"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406640" y="441655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44165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PROFILE IMAGES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46304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1000×1000px · Platform-specific ring colors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98448"/>
            <a:ext cx="26517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04164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69C9D0"/>
          </a:solidFill>
          <a:ln w="12700">
            <a:solidFill>
              <a:srgbClr val="69C9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041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480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@tito.aiph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98448"/>
            <a:ext cx="2651760" cy="2651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46120" y="404164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46120" y="4041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46120" y="4480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@tito.aiph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98448"/>
            <a:ext cx="2651760" cy="26517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26480" y="404164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126480" y="4041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FACEBOOK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126480" y="4480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 AI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FACEBOOK COVER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55448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1702×630px · 2× retina ready · Upload directly to Facebook Page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3246120"/>
          </a:xfrm>
          <a:prstGeom prst="rect">
            <a:avLst/>
          </a:prstGeom>
          <a:solidFill>
            <a:srgbClr val="0D152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89888"/>
            <a:ext cx="813816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Page → Click cover photo → Edit cover → Upload photo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640080"/>
            <a:ext cx="3657600" cy="365760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502920"/>
            <a:ext cx="2423160" cy="36393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943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5943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GO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5943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Sama-sama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tayong matuto.</a:t>
            </a:r>
            <a:endParaRPr lang="en-US" sz="5200" dirty="0"/>
          </a:p>
        </p:txBody>
      </p:sp>
      <p:sp>
        <p:nvSpPr>
          <p:cNvPr id="9" name="Shape 6"/>
          <p:cNvSpPr/>
          <p:nvPr/>
        </p:nvSpPr>
        <p:spPr>
          <a:xfrm>
            <a:off x="502920" y="2670048"/>
            <a:ext cx="3657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816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Dad. Digital Marketing. AI Automation.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Kumusta mga Pamangkin — tara na! 🤖✊🇵🇭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74904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749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⭐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377440" y="374904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0" y="3749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🦴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97680" y="374904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3749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🛠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27939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5240">
            <a:solidFill>
              <a:srgbClr val="69C9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2793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  @tito.aiph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377440" y="427939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5240">
            <a:solidFill>
              <a:srgbClr val="E1306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377440" y="42793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IG  @tito.aiph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297680" y="427939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5240">
            <a:solidFill>
              <a:srgbClr val="1877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0" y="42793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FB  Tito AI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7200" y="482803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· Tito AI PH · AI Para Sa Ating Lahat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Tito AI PH — Full Brand Deck</dc:title>
  <dc:subject>PptxGenJS Presentation</dc:subject>
  <dc:creator>PptxGenJS</dc:creator>
  <cp:lastModifiedBy>PptxGenJS</cp:lastModifiedBy>
  <cp:revision>1</cp:revision>
  <dcterms:created xsi:type="dcterms:W3CDTF">2026-05-24T06:40:37Z</dcterms:created>
  <dcterms:modified xsi:type="dcterms:W3CDTF">2026-05-24T06:40:37Z</dcterms:modified>
</cp:coreProperties>
</file>