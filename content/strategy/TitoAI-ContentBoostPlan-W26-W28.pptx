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2"/>
  </p:normalViewPr>
  <p:slideViewPr>
    <p:cSldViewPr snapToGrid="0" snapToObjects="1">
      <p:cViewPr varScale="1">
        <p:scale>
          <a:sx n="113" d="100"/>
          <a:sy n="113" d="100"/>
        </p:scale>
        <p:origin x="54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Arial"/>
              </a:rPr>
              <a:t>CONTENT PLAN &amp; BOOST BUDGET  ·  W26–W28  ·  JUNE–JULY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91440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Arial"/>
              </a:rPr>
              <a:t>Tito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0292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400" b="1" i="0">
                <a:solidFill>
                  <a:srgbClr val="F59E0B"/>
                </a:solidFill>
                <a:latin typeface="Arial"/>
              </a:rPr>
              <a:t>@TitoAIPH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67712"/>
            <a:ext cx="10972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  <a:latin typeface="Arial"/>
              </a:rPr>
              <a:t>3 weeks  ·  9 posts  ·  Php 6,000 total  ·  Launch Jun 22,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98064"/>
            <a:ext cx="6400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944368"/>
            <a:ext cx="36941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944368"/>
            <a:ext cx="3694176" cy="508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" y="2999232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Week 1  W26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999232"/>
            <a:ext cx="14630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22–28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273552"/>
            <a:ext cx="34747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Boost: TikTok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696" y="2944368"/>
            <a:ext cx="36941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25696" y="2944368"/>
            <a:ext cx="3694176" cy="508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3712" y="2999232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Week 2  W27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999232"/>
            <a:ext cx="14630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29–Jul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273552"/>
            <a:ext cx="34747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Boost: TikTok + IG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02752" y="2944368"/>
            <a:ext cx="36941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302752" y="2944368"/>
            <a:ext cx="3694176" cy="508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30768" y="2999232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Week 3  W28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2999232"/>
            <a:ext cx="14630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Jul 6–12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0768" y="3273552"/>
            <a:ext cx="34747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Boost: All 3 platforms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85232"/>
            <a:ext cx="365760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TOTAL 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541264"/>
            <a:ext cx="36576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Php 6,000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5285232"/>
            <a:ext cx="365760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LAUNCH 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5696" y="5541264"/>
            <a:ext cx="36576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Jun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5285232"/>
            <a:ext cx="365760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PURPOSE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5541264"/>
            <a:ext cx="36576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Followers +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Target Market — Mga Pamangkin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Everyday Filipinos · Age 22–45 · Philippines · Taglish-speaking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761" y="1486662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1154887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635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" y="1856232"/>
            <a:ext cx="112928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FCD34D"/>
                </a:solidFill>
                <a:latin typeface="Arial"/>
              </a:rPr>
              <a:t>"The warm, relatable Tito who teaches everyday Filipinos to use AI — for free — before it replaces their job."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2174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2217420"/>
            <a:ext cx="63500" cy="7498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" y="2290572"/>
            <a:ext cx="2377440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Arial"/>
              </a:rPr>
              <a:t>FREELANCERS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3088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1.5M+ in PH (PIDS)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25648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clients will replace them with AI. Need: faster proposals, better outputs, competitive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0175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017520"/>
            <a:ext cx="63500" cy="7498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" y="3090672"/>
            <a:ext cx="2377440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Arial"/>
              </a:rPr>
              <a:t>GURO / TEACHERS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1089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900K+ DepEd public school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" y="33649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curriculum disruption. Need: lesson plans in 2 min, grading, parent communication. One guro → 40 families.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8176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0040" y="3817620"/>
            <a:ext cx="63500" cy="74980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8056" y="3890772"/>
            <a:ext cx="2377440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100" b="1" i="0">
                <a:solidFill>
                  <a:srgbClr val="FF0050"/>
                </a:solidFill>
                <a:latin typeface="Arial"/>
              </a:rPr>
              <a:t>BPO WORKERS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9090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1.9M employees (BSP 2025)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" y="41650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automation layoffs. Need to upskill NOW — fastest-adopting segment for AI education content.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6177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4617720"/>
            <a:ext cx="63500" cy="74980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8056" y="4690872"/>
            <a:ext cx="2377440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100" b="1" i="0">
                <a:solidFill>
                  <a:srgbClr val="C13B84"/>
                </a:solidFill>
                <a:latin typeface="Arial"/>
              </a:rPr>
              <a:t>NANAYS / TATAYS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7091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Millions of Filipino parents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" y="49651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being left behind. Need: family budgeting, homework help, meal planning, household productivity.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4178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5417820"/>
            <a:ext cx="63500" cy="74980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056" y="5490972"/>
            <a:ext cx="2377440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100" b="1" i="0">
                <a:solidFill>
                  <a:srgbClr val="1877F2"/>
                </a:solidFill>
                <a:latin typeface="Arial"/>
              </a:rPr>
              <a:t>SME OWNERS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55092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Only 14.9% use AI tools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57652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losing to AI-enabled competition. Need: marketing, customer service, operations automation.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3-Week Boost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Post all platforms every week  ·  boost budget ramps progressively  ·  Php 2,000/week  ·  launch Jun 22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486916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3721608" cy="40416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3721608" cy="635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" y="187452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WEEK 1 — W26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2130552"/>
            <a:ext cx="3465576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22–28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2386584"/>
            <a:ext cx="346557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" y="2423160"/>
            <a:ext cx="3465576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Boost: TikTok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" y="27706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8437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MON Jun 22  · Ang Sabi Nila: Pang-Matalino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32278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33009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WED Jun 25  · Gemini para sa Guro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" y="36850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7581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FRI Jun 27  · 1 Buwan Kasama Tito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4197096"/>
            <a:ext cx="3465576" cy="127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8056" y="4270248"/>
            <a:ext cx="3465576" cy="11521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9CA3AF"/>
                </a:solidFill>
                <a:latin typeface="Arial"/>
              </a:rPr>
              <a:t>Post organically to all platforms. Boost TikTok only — learn Promote mechanics and establish baseline CPV + CPF.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" y="5440680"/>
            <a:ext cx="3465576" cy="3291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8056" y="5458968"/>
            <a:ext cx="3465576" cy="29260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Php 2,000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1783080"/>
            <a:ext cx="3721608" cy="40416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06240" y="1783080"/>
            <a:ext cx="3721608" cy="635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34256" y="187452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WEEK 2 — W27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2130552"/>
            <a:ext cx="3465576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29–Jul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34256" y="2386584"/>
            <a:ext cx="346557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34256" y="2423160"/>
            <a:ext cx="3465576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Boost: TikTok + IG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34256" y="27706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89120" y="28437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MON Jun 30  · July Teaser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34256" y="32278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89120" y="33009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WED Jul 2   · TBD — Wednesday Demo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34256" y="36850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89120" y="37581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FRI Jul 4   · TBD — Friday Story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34256" y="4197096"/>
            <a:ext cx="3465576" cy="127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334256" y="4270248"/>
            <a:ext cx="3465576" cy="11521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9CA3AF"/>
                </a:solidFill>
                <a:latin typeface="Arial"/>
              </a:rPr>
              <a:t>Post organically to all platforms. Add Instagram Boost using W26 data to decide budget split.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34256" y="5440680"/>
            <a:ext cx="3465576" cy="32918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34256" y="5458968"/>
            <a:ext cx="3465576" cy="29260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Php 2,000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2440" y="1783080"/>
            <a:ext cx="3721608" cy="40416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92440" y="1783080"/>
            <a:ext cx="3721608" cy="635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20456" y="187452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WEEK 3 — W28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0456" y="2130552"/>
            <a:ext cx="3465576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Jul 6–12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0456" y="2386584"/>
            <a:ext cx="3465576" cy="310896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0456" y="2423160"/>
            <a:ext cx="3465576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Boost: All 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0456" y="27706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75320" y="28437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MON Jul 7   · TBD — Monday AI Tip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0456" y="32278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75320" y="33009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WED Jul 9   · TBD — Wednesday Demo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0456" y="36850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275320" y="37581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FRI Jul 11  · TBD — Friday Story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0456" y="4197096"/>
            <a:ext cx="3465576" cy="127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220456" y="4270248"/>
            <a:ext cx="3465576" cy="11521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9CA3AF"/>
                </a:solidFill>
                <a:latin typeface="Arial"/>
              </a:rPr>
              <a:t>Post organically to all platforms. Full boost across TikTok, IG, and Facebook. ⚠️ FB Page required.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0456" y="5440680"/>
            <a:ext cx="3465576" cy="32918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220456" y="5458968"/>
            <a:ext cx="3465576" cy="29260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Php 2,000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9-Post Content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 dirty="0">
                <a:solidFill>
                  <a:srgbClr val="9CA3AF"/>
                </a:solidFill>
                <a:latin typeface="Arial"/>
              </a:rPr>
              <a:t>Mon / Wed / Fri  ·  drop 7–8 PM PHT  ·  boost starts morning after posting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712" y="1477772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2103120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" y="1856232"/>
            <a:ext cx="184708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Week · Date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1783080"/>
            <a:ext cx="6126480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51176" y="1856232"/>
            <a:ext cx="5870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Topic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83080"/>
            <a:ext cx="1956816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77656" y="1856232"/>
            <a:ext cx="170078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06456" y="1783080"/>
            <a:ext cx="1362456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34472" y="1856232"/>
            <a:ext cx="110642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12264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423160" y="2112264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549640" y="2112264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506456" y="2112264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112264"/>
            <a:ext cx="50800" cy="43891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8056" y="2167128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W26 · Jun 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167128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MON  ·  Ang Sabi Nila: Pang-Matalino Lang Iyan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59368" y="2194560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59368" y="2221992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0464" y="2185416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551176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23160" y="2551176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549640" y="2551176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506456" y="2551176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20040" y="2551176"/>
            <a:ext cx="50800" cy="43891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8056" y="2606040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W26 · Jun 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2606040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WED  ·  Gemini para sa Guro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59368" y="2633472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59368" y="2660904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0464" y="2624328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990088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423160" y="2990088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549640" y="2990088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0506456" y="2990088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20040" y="2990088"/>
            <a:ext cx="50800" cy="43891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8056" y="3044952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W26 · Jun 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51176" y="3044952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FRI  ·  1 Buwan Kasama Tito AI — Ang Resulta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59368" y="3072384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659368" y="3099816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70464" y="3063240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429000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423160" y="3429000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549640" y="3429000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10506456" y="3429000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20040" y="3429000"/>
            <a:ext cx="50800" cy="43891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48056" y="3483864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W27 · Jun 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51176" y="3483864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MON  ·  July Teaser — Ano ang Susunod?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59368" y="3511296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659368" y="3538728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70464" y="3502152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3867912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2423160" y="3867912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549640" y="3867912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10506456" y="3867912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20040" y="3867912"/>
            <a:ext cx="50800" cy="43891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48056" y="3922776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W27 · Jul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51176" y="3922776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WED  ·  TBD — Wednesday Demo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59368" y="3950208"/>
            <a:ext cx="1737360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659368" y="3977640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70464" y="3941064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4306824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2423160" y="4306824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549640" y="4306824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10506456" y="4306824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320040" y="4306824"/>
            <a:ext cx="50800" cy="43891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448056" y="4361688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W27 · Jul 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51176" y="4361688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FRI  ·  TBD — Friday Story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59368" y="4389120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659368" y="4416552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70464" y="4379976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4745736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423160" y="4745736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8549640" y="4745736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10506456" y="4745736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320040" y="4745736"/>
            <a:ext cx="50800" cy="43891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48056" y="4800600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W28 · Jul 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51176" y="4800600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MON  ·  TBD — Monday AI Tip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659368" y="4828032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659368" y="4855464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70464" y="4818888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0040" y="5184648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2423160" y="5184648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8549640" y="5184648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10506456" y="5184648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320040" y="5184648"/>
            <a:ext cx="50800" cy="43891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448056" y="5239512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W28 · Jul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51176" y="5239512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WED  ·  TBD — Wednesday Demo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659368" y="5266944"/>
            <a:ext cx="1737360" cy="27432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659368" y="5294376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70464" y="5257800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800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040" y="5623560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2423160" y="5623560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8549640" y="5623560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0506456" y="5623560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320040" y="5623560"/>
            <a:ext cx="50800" cy="43891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448056" y="5678424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W28 · Jul 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51176" y="5678424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FRI  ·  TBD — Friday Story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659368" y="5705856"/>
            <a:ext cx="1737360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659368" y="5733288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570464" y="5696712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20040" y="6062472"/>
            <a:ext cx="210312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23160" y="6062472"/>
            <a:ext cx="612648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8549640" y="6062472"/>
            <a:ext cx="1956816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10506456" y="6062472"/>
            <a:ext cx="1362456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448056" y="6126480"/>
            <a:ext cx="797356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9 posts  ·  3 weeks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70464" y="6117336"/>
            <a:ext cx="1234440" cy="237744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1100" b="1" i="0">
                <a:solidFill>
                  <a:srgbClr val="FCD34D"/>
                </a:solidFill>
                <a:latin typeface="Arial"/>
              </a:rPr>
              <a:t>Php 6,000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Week 1 — W26  ·  Jun 22–28  ·  Boost: TikTok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Post all platforms · boost TikTok only · learn Promote mechanics · establish baseline CPV + CPF · Php 2,000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454517"/>
            <a:ext cx="11704320" cy="254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115488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" y="1847088"/>
            <a:ext cx="166420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Drop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8296" y="1847088"/>
            <a:ext cx="568756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Post / Topic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1896" y="1847088"/>
            <a:ext cx="184708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5016" y="1847088"/>
            <a:ext cx="1325880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93976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240280" y="2093976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83880" y="2093976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287000" y="2093976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2093976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" y="2167128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MON · Jun 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" y="2478024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Jun 23–24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8296" y="2240280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Ang Sabi Nila: Pang-Matalino Lang Iyan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11896" y="2240280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11896" y="2258568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679192"/>
            <a:ext cx="1847088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750" b="0" i="0">
                <a:solidFill>
                  <a:srgbClr val="9CA3AF"/>
                </a:solidFill>
                <a:latin typeface="Arial"/>
              </a:rPr>
              <a:t>Php 350/day ×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51008" y="2258568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807208"/>
            <a:ext cx="192024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240280" y="2807208"/>
            <a:ext cx="594360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80" y="2807208"/>
            <a:ext cx="210312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287000" y="2807208"/>
            <a:ext cx="1581912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2807208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8056" y="2880360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WED · Jun 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3191256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Jun 26–27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8296" y="2953512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Gemini para sa Guro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11896" y="2953512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11896" y="2971800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3392424"/>
            <a:ext cx="1847088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750" b="0" i="0">
                <a:solidFill>
                  <a:srgbClr val="9CA3AF"/>
                </a:solidFill>
                <a:latin typeface="Arial"/>
              </a:rPr>
              <a:t>Php 350/day ×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51008" y="2971800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520440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240280" y="3520440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83880" y="3520440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0287000" y="3520440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3520440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48056" y="3593592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FRI · Jun 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" y="3904488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Jun 28–29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68296" y="3666744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1 Buwan Kasama Tito AI — Ang Resulta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11896" y="3666744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11896" y="3685032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105656"/>
            <a:ext cx="1847088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750" b="0" i="0">
                <a:solidFill>
                  <a:srgbClr val="9CA3AF"/>
                </a:solidFill>
                <a:latin typeface="Arial"/>
              </a:rPr>
              <a:t>Php 300/day ×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51008" y="3685032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233672"/>
            <a:ext cx="192024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2240280" y="4233672"/>
            <a:ext cx="594360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183880" y="4233672"/>
            <a:ext cx="210312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0287000" y="4233672"/>
            <a:ext cx="1581912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48056" y="4297680"/>
            <a:ext cx="5486400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W26 WEEK TOTAL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51008" y="4288536"/>
            <a:ext cx="1453896" cy="237744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11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4672584"/>
            <a:ext cx="11548872" cy="27432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20040" y="4672584"/>
            <a:ext cx="6350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8056" y="4736592"/>
            <a:ext cx="1129284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1" i="0">
                <a:solidFill>
                  <a:srgbClr val="0D9488"/>
                </a:solidFill>
                <a:latin typeface="Arial"/>
              </a:rPr>
              <a:t>HOW TO BOOST ON TIKTOK PROMOTE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4946904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320040" y="4946904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65760" y="5010912"/>
            <a:ext cx="274320" cy="24688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" y="5010912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Open TikTok app → tap the posted video → tap Share (arrow) → tap "Promote"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257800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320040" y="5257800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65760" y="5321808"/>
            <a:ext cx="274320" cy="24688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" y="5321808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Goal: select "More video views" — views drive the algorithm and bring organic followers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568696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320040" y="5568696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65760" y="5632704"/>
            <a:ext cx="274320" cy="24688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664" y="5632704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Audience: Automatic · Duration: 2 days · Budget: Php 300–350/day · confirm payment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5879592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320040" y="5879592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65760" y="5943600"/>
            <a:ext cx="274320" cy="24688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664" y="5943600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Start: morning AFTER posting — let it run organically for 8–12 hours first for best results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Week 2 — W27  ·  Jun 29–Jul 5  ·  Boost: TikTok + 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Post all platforms · add Instagram Boost · compare cost-per-follow using W26 data · Php 2,000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432052"/>
            <a:ext cx="11704320" cy="254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11548872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" y="1847088"/>
            <a:ext cx="166420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Drop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8296" y="1847088"/>
            <a:ext cx="568756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Post / Topic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1896" y="1847088"/>
            <a:ext cx="184708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5016" y="1847088"/>
            <a:ext cx="1325880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93976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240280" y="2093976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83880" y="2093976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287000" y="2093976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2093976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" y="2167128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MON · Jun 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" y="2478024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1–2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8296" y="2240280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July Teaser — Ano ang Susunod?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11896" y="2240280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11896" y="2258568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1008" y="2258568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807208"/>
            <a:ext cx="192024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240280" y="2807208"/>
            <a:ext cx="594360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80" y="2807208"/>
            <a:ext cx="210312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0287000" y="2807208"/>
            <a:ext cx="1581912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20040" y="2807208"/>
            <a:ext cx="50800" cy="71323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056" y="2880360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WED · Jul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" y="3191256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3–4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68296" y="2953512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11896" y="2953512"/>
            <a:ext cx="1847088" cy="40233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11896" y="2971800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Instagram Boost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51008" y="2971800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520440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240280" y="3520440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183880" y="3520440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287000" y="3520440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3520440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8056" y="3593592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FRI · Jul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" y="3904488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5–6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68296" y="3666744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TBD — Friday Story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11896" y="3666744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11896" y="3685032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51008" y="3685032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4233672"/>
            <a:ext cx="192024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240280" y="4233672"/>
            <a:ext cx="594360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183880" y="4233672"/>
            <a:ext cx="210312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10287000" y="4233672"/>
            <a:ext cx="1581912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8056" y="4297680"/>
            <a:ext cx="8229600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W27 WEEK TOTAL  ·  TikTok Php 1,300  +  Instagram Php 700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288536"/>
            <a:ext cx="1453896" cy="237744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11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4672584"/>
            <a:ext cx="5632704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48056" y="4736592"/>
            <a:ext cx="5376672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TikTok Promote — same as Week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4946904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20040" y="4946904"/>
            <a:ext cx="31089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56616" y="5010912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010912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Goal: Video views · Audience: Automatic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5257800"/>
            <a:ext cx="5632704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320040" y="5257800"/>
            <a:ext cx="31089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6616" y="5321808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" y="5321808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Duration: 2 days · Php 350/day for Mon post, Php 300/day for Fri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568696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320040" y="5568696"/>
            <a:ext cx="31089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56616" y="5632704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632704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If W26 CPF was &lt; Php 20, increase Mon to Php 400/day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36208" y="4672584"/>
            <a:ext cx="5632704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364224" y="4736592"/>
            <a:ext cx="5376672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Instagram Boost — NEW this week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36208" y="4946904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6236208" y="4946904"/>
            <a:ext cx="31089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272784" y="5010912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20256" y="5010912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Open Instagram post → tap "Boost Post" → Goal: More profile visits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36208" y="5257800"/>
            <a:ext cx="5632704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6236208" y="5257800"/>
            <a:ext cx="31089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72784" y="5321808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20256" y="5321808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Audience: Automatic · Duration: 2 days · Php 350/day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36208" y="5568696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6236208" y="5568696"/>
            <a:ext cx="31089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272784" y="5632704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20256" y="5632704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Check results in Instagram Insights → Boosted post tab after 48 hrs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Week 3 — W28  ·  Jul 6–12  ·  Boost: All 3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Post all platforms · full boost push · compare CPF · decide July budget · FB Page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465072"/>
            <a:ext cx="11704320" cy="254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3721608" cy="250545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3721608" cy="635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" y="1856232"/>
            <a:ext cx="3465576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100" b="1" i="0">
                <a:solidFill>
                  <a:srgbClr val="FF0050"/>
                </a:solidFill>
                <a:latin typeface="Arial"/>
              </a:rPr>
              <a:t>TikTok Promote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2167128"/>
            <a:ext cx="3465576" cy="38404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" y="2185416"/>
            <a:ext cx="3465576" cy="34747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Php 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2642616"/>
            <a:ext cx="3465576" cy="237744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MON · Jul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898648"/>
            <a:ext cx="3465576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TBD — Monday AI Tip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82696"/>
            <a:ext cx="3465576" cy="21945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Php 300/day × 2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3538728"/>
            <a:ext cx="3465576" cy="21945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Boost: Jul 8–9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" y="3813048"/>
            <a:ext cx="3465576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Goal: Video views · Automatic audience · Start Jul 8 morning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1783080"/>
            <a:ext cx="3721608" cy="250545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06240" y="1783080"/>
            <a:ext cx="3721608" cy="635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34256" y="1856232"/>
            <a:ext cx="3465576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100" b="1" i="0">
                <a:solidFill>
                  <a:srgbClr val="1877F2"/>
                </a:solidFill>
                <a:latin typeface="Arial"/>
              </a:rPr>
              <a:t>Facebook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4256" y="2167128"/>
            <a:ext cx="3465576" cy="38404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34256" y="2185416"/>
            <a:ext cx="3465576" cy="34747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Php 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4256" y="2642616"/>
            <a:ext cx="3465576" cy="237744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WED · Jul 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4256" y="2898648"/>
            <a:ext cx="3465576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6" y="3282696"/>
            <a:ext cx="3465576" cy="21945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Php 400/day × 2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4256" y="3538728"/>
            <a:ext cx="3465576" cy="21945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Boost: Jul 10–11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3813048"/>
            <a:ext cx="3465576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Goal: Reach + Page likes · Philippines 22–45 · Tech/Freelancing interests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1783080"/>
            <a:ext cx="3721608" cy="250545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092440" y="1783080"/>
            <a:ext cx="3721608" cy="635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0456" y="1856232"/>
            <a:ext cx="3465576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100" b="1" i="0">
                <a:solidFill>
                  <a:srgbClr val="C13B84"/>
                </a:solidFill>
                <a:latin typeface="Arial"/>
              </a:rPr>
              <a:t>Instagram Boost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0456" y="2167128"/>
            <a:ext cx="3465576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0456" y="2185416"/>
            <a:ext cx="3465576" cy="34747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Php 600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2642616"/>
            <a:ext cx="3465576" cy="237744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FRI · Jul 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2898648"/>
            <a:ext cx="3465576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TBD — Friday 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3282696"/>
            <a:ext cx="3465576" cy="21945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Php 300/day × 2 days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538728"/>
            <a:ext cx="3465576" cy="21945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Boost: Jul 12–13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0456" y="3813048"/>
            <a:ext cx="3465576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Goal: Profile visits · Automatic audience · Start Jul 12 morning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398264"/>
            <a:ext cx="11548872" cy="475488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398264"/>
            <a:ext cx="63500" cy="4754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8056" y="4471416"/>
            <a:ext cx="1129284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⚠️  BEFORE WEEK 3: Facebook Page required. Go to facebook.com/pages/create → Business or brand. Personal profiles cannot run paid boosts or access analytics.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965192"/>
            <a:ext cx="1154887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48056" y="5038344"/>
            <a:ext cx="11292840" cy="237744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W28 TOTAL:  Php 2,000   ·   TikTok Php 600  +  Facebook Php 800  +  Instagram Php 600   ·   3-Week Grand Total: Php 6,000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385816"/>
            <a:ext cx="11548872" cy="3291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20040" y="5385816"/>
            <a:ext cx="63500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8056" y="5458968"/>
            <a:ext cx="11292840" cy="21945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After W28: compare CPF across all 3 platforms → winner gets biggest July budget. Scale rule: CPF &lt; Php 12 → add Php 400/week to that platform.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Budget Summary — 3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Php 6,000 total  ·  W26 TikTok  →  W27 TikTok+IG  →  W28 All 3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486916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228600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" y="1856232"/>
            <a:ext cx="202996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783080"/>
            <a:ext cx="301752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34056" y="1856232"/>
            <a:ext cx="276148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TikTok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783080"/>
            <a:ext cx="301752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51576" y="1856232"/>
            <a:ext cx="276148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Instagram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1783080"/>
            <a:ext cx="3227832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69096" y="1856232"/>
            <a:ext cx="2971800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Facebook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93976"/>
            <a:ext cx="228600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06040" y="2093976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623560" y="2093976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641080" y="2093976"/>
            <a:ext cx="3227832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093976"/>
            <a:ext cx="63500" cy="87782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8056" y="2295144"/>
            <a:ext cx="202996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W26  Jun 22–28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4056" y="2221992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2,000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4056" y="2569464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3 posts · TikTok Promote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51576" y="2404872"/>
            <a:ext cx="2761488" cy="237744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9096" y="2404872"/>
            <a:ext cx="2971800" cy="237744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971800"/>
            <a:ext cx="2286000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606040" y="2971800"/>
            <a:ext cx="3017520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623560" y="2971800"/>
            <a:ext cx="3017520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641080" y="2971800"/>
            <a:ext cx="3227832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20040" y="2971800"/>
            <a:ext cx="63500" cy="87782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8056" y="3172968"/>
            <a:ext cx="202996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W27  Jun 29–Jul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4056" y="3099816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1,300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4056" y="3447288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2 posts · TikTok Promote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51576" y="3099816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51576" y="3447288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C13B84"/>
                </a:solidFill>
                <a:latin typeface="Arial"/>
              </a:rPr>
              <a:t>1 post · Instagram 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69096" y="3282696"/>
            <a:ext cx="2971800" cy="237744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849624"/>
            <a:ext cx="228600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606040" y="3849624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623560" y="3849624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641080" y="3849624"/>
            <a:ext cx="3227832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3849624"/>
            <a:ext cx="63500" cy="87782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2"/>
            <a:ext cx="202996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W28  Jul 6–12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977640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4056" y="4325112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1 post · TikTok Promote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51576" y="3977640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51576" y="4325112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C13B84"/>
                </a:solidFill>
                <a:latin typeface="Arial"/>
              </a:rPr>
              <a:t>1 post · Instagram Boost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9096" y="3977640"/>
            <a:ext cx="29718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9096" y="4325112"/>
            <a:ext cx="29718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877F2"/>
                </a:solidFill>
                <a:latin typeface="Arial"/>
              </a:rPr>
              <a:t>1 post · Facebook Boost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727448"/>
            <a:ext cx="2286000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2606040" y="4727448"/>
            <a:ext cx="3017520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623560" y="4727448"/>
            <a:ext cx="3017520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641080" y="4727448"/>
            <a:ext cx="322783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48056" y="4809744"/>
            <a:ext cx="4572000" cy="237744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3-WEEK GRAND TOTAL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34056" y="4800600"/>
            <a:ext cx="2761488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100" b="1" i="0">
                <a:solidFill>
                  <a:srgbClr val="FF0050"/>
                </a:solidFill>
                <a:latin typeface="Arial"/>
              </a:rPr>
              <a:t>Php 3,900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51576" y="4800600"/>
            <a:ext cx="2761488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100" b="1" i="0">
                <a:solidFill>
                  <a:srgbClr val="C13B84"/>
                </a:solidFill>
                <a:latin typeface="Arial"/>
              </a:rPr>
              <a:t>Php 1,300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69096" y="4800600"/>
            <a:ext cx="2971800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100" b="1" i="0">
                <a:solidFill>
                  <a:srgbClr val="1877F2"/>
                </a:solidFill>
                <a:latin typeface="Arial"/>
              </a:rPr>
              <a:t>Php 800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5221224"/>
            <a:ext cx="11548872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20040" y="5221224"/>
            <a:ext cx="6350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48056" y="5276088"/>
            <a:ext cx="4572000" cy="18288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SCALE RULES — WEEK 4+ (July)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5477256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48056" y="5541264"/>
            <a:ext cx="11292840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Single post earns 25+ followers  →  extend that post 2 more days at the same daily rate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806440"/>
            <a:ext cx="11548872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48056" y="5870448"/>
            <a:ext cx="11292840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Cost-per-follow drops below Php 30  →  increase that platform's weekly budget by Php 400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" y="6135624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48056" y="6199632"/>
            <a:ext cx="11292840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Platform with lowest CPF across W26–W28  →  gets the biggest share of July budget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KPIs to Track Weekly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Baseline: IG 1,031 views · 389 reached (organic) · targets based on PH market rates for new accounts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1465523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11548872" cy="292608"/>
          </a:xfrm>
          <a:prstGeom prst="rect">
            <a:avLst/>
          </a:prstGeom>
          <a:solidFill>
            <a:srgbClr val="1C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63500" cy="292608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" y="1847088"/>
            <a:ext cx="1129284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850" b="0" i="0">
                <a:solidFill>
                  <a:srgbClr val="FCD34D"/>
                </a:solidFill>
                <a:latin typeface="Arial"/>
              </a:rPr>
              <a:t>ORGANIC BASELINE (before boost)  ·  Instagram: 1,031 total views · 389 accounts reached · ~200–350 views/Reel  ·  TikTok: pending  ·  New account — boost targets set conservatively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148840"/>
            <a:ext cx="3529584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" y="2221992"/>
            <a:ext cx="3273552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9624" y="2148840"/>
            <a:ext cx="265176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77640" y="2221992"/>
            <a:ext cx="239572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TikTok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01384" y="2148840"/>
            <a:ext cx="265176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2221992"/>
            <a:ext cx="2395728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Instagram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53144" y="2148840"/>
            <a:ext cx="2715768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81160" y="2221992"/>
            <a:ext cx="2459736" cy="219456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Facebook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459736"/>
            <a:ext cx="3529584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849624" y="2459736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01384" y="2459736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53144" y="2459736"/>
            <a:ext cx="2715768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2459736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056" y="2569464"/>
            <a:ext cx="3273552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Reach per boosted post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569464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600–1,500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569464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400–900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569464"/>
            <a:ext cx="2459736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500–1,200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2807208"/>
            <a:ext cx="3529584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849624" y="2807208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01384" y="2807208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153144" y="2807208"/>
            <a:ext cx="2715768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2807208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056" y="2916936"/>
            <a:ext cx="3273552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Views per boosted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40" y="2916936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800–2,000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2916936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300–700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60" y="2916936"/>
            <a:ext cx="2459736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N/A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154680"/>
            <a:ext cx="3529584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849624" y="3154680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501384" y="3154680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153144" y="3154680"/>
            <a:ext cx="2715768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3154680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48056" y="3264408"/>
            <a:ext cx="3273552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New followers per boost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40" y="3264408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5–20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3264408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3–12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3264408"/>
            <a:ext cx="2459736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10–25 page likes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502152"/>
            <a:ext cx="3529584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849624" y="3502152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501384" y="3502152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153144" y="3502152"/>
            <a:ext cx="2715768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20040" y="3502152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48056" y="3611880"/>
            <a:ext cx="3273552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Cost per follow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77640" y="3611880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Php 35–90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3611880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Php 60–110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1160" y="3611880"/>
            <a:ext cx="2459736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Php 35–80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3849624"/>
            <a:ext cx="3529584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849624" y="3849624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501384" y="3849624"/>
            <a:ext cx="2651760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9153144" y="3849624"/>
            <a:ext cx="2715768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320040" y="3849624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48056" y="3959352"/>
            <a:ext cx="3273552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Watch completion (W1)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7640" y="3959352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15–30%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0" y="3959352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20–35%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81160" y="3959352"/>
            <a:ext cx="2459736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N/A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" y="4197096"/>
            <a:ext cx="3529584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3849624" y="4197096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6501384" y="4197096"/>
            <a:ext cx="2651760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153144" y="4197096"/>
            <a:ext cx="2715768" cy="3474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320040" y="4197096"/>
            <a:ext cx="5080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48056" y="4306824"/>
            <a:ext cx="3273552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W3 CPF target (goal)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77640" y="4306824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&lt; Php 45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29400" y="4306824"/>
            <a:ext cx="2395728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&lt; Php 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4306824"/>
            <a:ext cx="2459736" cy="18288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&lt; Php 55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4654296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654296"/>
            <a:ext cx="635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48056" y="4718304"/>
            <a:ext cx="11292840" cy="219456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900" b="0" i="0">
                <a:solidFill>
                  <a:srgbClr val="E5E7EB"/>
                </a:solidFill>
                <a:latin typeface="Arial"/>
              </a:rPr>
              <a:t>WHERE TO PULL  ·  TikTok: Creator Center → Analytics + Promote tab   Instagram: Professional Dashboard → Boosted post   Facebook: Business Suite → Page Insights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5056632"/>
            <a:ext cx="11548872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320040" y="5056632"/>
            <a:ext cx="6350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48056" y="5111496"/>
            <a:ext cx="3657600" cy="18288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POST-DAY CHECKLIST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5312664"/>
            <a:ext cx="11548872" cy="23774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48056" y="5376672"/>
            <a:ext cx="1129284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Reply to ALL comments within first 1 hour of posting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" y="5568696"/>
            <a:ext cx="11548872" cy="23774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48056" y="5632704"/>
            <a:ext cx="1129284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Pin first comment within 5 min — tip or claude.ai link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0040" y="5824728"/>
            <a:ext cx="11548872" cy="23774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48056" y="5888736"/>
            <a:ext cx="1129284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Upload natively to each platform — never use TikTok cross-post link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0040" y="6080760"/>
            <a:ext cx="11548872" cy="23774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48056" y="6144768"/>
            <a:ext cx="1129284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End every video with a YES/NO question to drive comment rate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1749</Words>
  <Application>Microsoft Macintosh PowerPoint</Application>
  <PresentationFormat>Custom</PresentationFormat>
  <Paragraphs>292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Jeff De las Armas</cp:lastModifiedBy>
  <cp:revision>2</cp:revision>
  <dcterms:created xsi:type="dcterms:W3CDTF">2013-01-27T09:14:16Z</dcterms:created>
  <dcterms:modified xsi:type="dcterms:W3CDTF">2026-06-18T07:39:40Z</dcterms:modified>
  <cp:category/>
</cp:coreProperties>
</file>